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Lato" panose="020F0502020204030204" pitchFamily="34" charset="0"/>
      <p:regular r:id="rId8"/>
      <p:bold r:id="rId9"/>
      <p:italic r:id="rId10"/>
      <p:boldItalic r:id="rId11"/>
    </p:embeddedFont>
    <p:embeddedFont>
      <p:font typeface="Montserrat" panose="020F0502020204030204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aeabbfb2e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aeabbfb2e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aeabbfb2e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aeabbfb2e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aeabbfb2e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aeabbfb2e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aeabbfb2e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aeabbfb2e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cket.i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devs@sply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Splyt Technical Task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>
            <a:spLocks noGrp="1"/>
          </p:cNvSpPr>
          <p:nvPr>
            <p:ph type="body" idx="1"/>
          </p:nvPr>
        </p:nvSpPr>
        <p:spPr>
          <a:xfrm>
            <a:off x="1267200" y="765150"/>
            <a:ext cx="6879600" cy="33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i. What I implemented</a:t>
            </a:r>
            <a:endParaRPr sz="1100"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100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-GB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Real-time location subscription for specific drivers  via  Websocket(</a:t>
            </a:r>
            <a:r>
              <a:rPr lang="en-GB" u="sng">
                <a:solidFill>
                  <a:schemeClr val="hlink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Socket.IO</a:t>
            </a:r>
            <a:r>
              <a:rPr lang="en-GB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Arial"/>
              <a:buAutoNum type="arabicPeriod"/>
            </a:pPr>
            <a:r>
              <a:rPr lang="en-GB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Data ingestion endpoint via POST: {public_url}/event</a:t>
            </a:r>
            <a:endParaRPr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Arial"/>
              <a:buAutoNum type="arabicPeriod"/>
            </a:pPr>
            <a:r>
              <a:rPr lang="en-GB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Webhook notifier on server start to register my dev tunnel URL to Splyt so that i don’t have to register it manually</a:t>
            </a:r>
            <a:endParaRPr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Arial"/>
              <a:buAutoNum type="arabicPeriod"/>
            </a:pPr>
            <a:r>
              <a:rPr lang="en-GB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Helper endpoints: </a:t>
            </a:r>
            <a:endParaRPr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-  GET </a:t>
            </a:r>
            <a:r>
              <a:rPr lang="en-GB" i="1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/subscribers</a:t>
            </a:r>
            <a:r>
              <a:rPr lang="en-GB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 →  shows connected websocket count</a:t>
            </a:r>
            <a:endParaRPr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- DELETE</a:t>
            </a:r>
            <a:r>
              <a:rPr lang="en-GB" i="1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 /event</a:t>
            </a:r>
            <a:r>
              <a:rPr lang="en-GB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 → clears stored events and emits reset</a:t>
            </a:r>
            <a:endParaRPr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>
            <a:spLocks noGrp="1"/>
          </p:cNvSpPr>
          <p:nvPr>
            <p:ph type="body" idx="1"/>
          </p:nvPr>
        </p:nvSpPr>
        <p:spPr>
          <a:xfrm>
            <a:off x="1297500" y="714600"/>
            <a:ext cx="7038900" cy="37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ii. Problems / challenges encountered</a:t>
            </a:r>
            <a:endParaRPr sz="1500" b="1"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Wrong/invalid endpoint provided for registering dev tunnel to Splyt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Webhook timeouts if no response status “200 OK” is quickly returned from my  `/event` endpoint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Ensuring broadcasting of the `</a:t>
            </a:r>
            <a:r>
              <a:rPr lang="en-GB" i="1">
                <a:latin typeface="Arial"/>
                <a:ea typeface="Arial"/>
                <a:cs typeface="Arial"/>
                <a:sym typeface="Arial"/>
              </a:rPr>
              <a:t>driver_id`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is properly retrieve and is subscribed to the correct websocket channel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body" idx="1"/>
          </p:nvPr>
        </p:nvSpPr>
        <p:spPr>
          <a:xfrm>
            <a:off x="1297500" y="929425"/>
            <a:ext cx="7038900" cy="3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iii. How the task can be improved</a:t>
            </a:r>
            <a:endParaRPr sz="1500" b="1"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Use GraphQL for data schema validation and performance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Use Redis in-memory data store for data persistence, caching and better performance for multi-concurrent connections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>
            <a:spLocks noGrp="1"/>
          </p:cNvSpPr>
          <p:nvPr>
            <p:ph type="body" idx="1"/>
          </p:nvPr>
        </p:nvSpPr>
        <p:spPr>
          <a:xfrm>
            <a:off x="1284875" y="84720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iv. How long you have spent on this task</a:t>
            </a:r>
            <a:endParaRPr sz="1500" b="1" dirty="0"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5000"/>
              </a:lnSpc>
              <a:spcBef>
                <a:spcPts val="1400"/>
              </a:spcBef>
              <a:spcAft>
                <a:spcPts val="600"/>
              </a:spcAft>
              <a:buNone/>
            </a:pPr>
            <a:r>
              <a:rPr lang="en-GB" sz="1500" dirty="0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Few hours </a:t>
            </a:r>
            <a:r>
              <a:rPr lang="en-GB" sz="1500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- around </a:t>
            </a:r>
            <a:r>
              <a:rPr lang="en-GB" sz="1500" dirty="0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a day (not including communication time took for </a:t>
            </a:r>
            <a:r>
              <a:rPr lang="en-GB" sz="1500" u="sng" dirty="0">
                <a:solidFill>
                  <a:schemeClr val="hlink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devs@splyt.com</a:t>
            </a:r>
            <a:r>
              <a:rPr lang="en-GB" sz="1500" dirty="0">
                <a:solidFill>
                  <a:srgbClr val="D4D4D4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 to get back on my questions)</a:t>
            </a:r>
            <a:endParaRPr sz="1500" dirty="0"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On-screen Show (16:9)</PresentationFormat>
  <Paragraphs>17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Lato</vt:lpstr>
      <vt:lpstr>Montserrat</vt:lpstr>
      <vt:lpstr>Focus</vt:lpstr>
      <vt:lpstr>Splyt Technical Task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Khoo Jong Xian</cp:lastModifiedBy>
  <cp:revision>1</cp:revision>
  <dcterms:modified xsi:type="dcterms:W3CDTF">2026-01-20T15:14:00Z</dcterms:modified>
</cp:coreProperties>
</file>